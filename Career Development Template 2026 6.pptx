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6AE7B8-60E0-376C-999A-642A4CB787A3}" v="556" dt="2026-07-23T16:02:11.702"/>
    <p1510:client id="{A641F540-1744-8EA5-DAB5-39DC6EAB78C8}" v="159" dt="2026-07-23T12:54:43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80BE3-B1F6-48A8-A6B4-2120742A65A1}" type="datetimeFigureOut"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3A45F-BF07-485D-BE8A-92E27ED3ED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10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snapshot — who I am, what I do, and what I bring to the team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5097" y="1143000"/>
            <a:ext cx="3657600" cy="5212080"/>
          </a:xfrm>
          <a:prstGeom prst="rect">
            <a:avLst/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09728" cy="5212080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49680" y="1344167"/>
            <a:ext cx="2052320" cy="201168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02A6C"/>
                </a:solidFill>
                <a:latin typeface="Calibri"/>
                <a:ea typeface="Calibri"/>
                <a:cs typeface="Calibri"/>
              </a:rPr>
              <a:t>Ishwari Dhamdhere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003DA5"/>
                </a:solidFill>
                <a:latin typeface="Calibri"/>
                <a:ea typeface="Calibri"/>
                <a:cs typeface="Calibri"/>
              </a:rPr>
              <a:t>Quality  Assurance Project </a:t>
            </a:r>
            <a:r>
              <a:rPr lang="en-US" sz="1400">
                <a:solidFill>
                  <a:srgbClr val="003DA5"/>
                </a:solidFill>
                <a:latin typeface="Calibri"/>
                <a:ea typeface="Calibri"/>
                <a:cs typeface="Calibri"/>
              </a:rPr>
              <a:t>Specialist</a:t>
            </a:r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4251960"/>
            <a:ext cx="1828800" cy="0"/>
          </a:xfrm>
          <a:prstGeom prst="line">
            <a:avLst/>
          </a:prstGeom>
          <a:noFill/>
          <a:ln w="15875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Columbus, Ohio</a:t>
            </a:r>
            <a:endParaRPr lang="en-US" sz="1400" dirty="0">
              <a:solidFill>
                <a:srgbClr val="1A1A1A"/>
              </a:solidFill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48371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48371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 months in Abbott</a:t>
            </a:r>
          </a:p>
        </p:txBody>
      </p:sp>
      <p:sp>
        <p:nvSpPr>
          <p:cNvPr id="19" name="Text 17"/>
          <p:cNvSpPr/>
          <p:nvPr/>
        </p:nvSpPr>
        <p:spPr>
          <a:xfrm>
            <a:off x="731520" y="52303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39112" y="5231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Anthony Scimeca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55961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STRENGTH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9577" y="58155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Interpersonal and Emotional intelligence skills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1120431"/>
            <a:ext cx="7315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34840" y="1143000"/>
            <a:ext cx="7315200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1261872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965192" y="11430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663440" y="1691640"/>
            <a:ext cx="6858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2A6C"/>
                </a:solidFill>
                <a:latin typeface="Calibri"/>
                <a:ea typeface="Calibri"/>
                <a:cs typeface="Calibri"/>
              </a:rPr>
              <a:t>Education: </a:t>
            </a: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Master of Project Management (Northeastern University ; BA Business Management (NJCU &amp; Somaiya </a:t>
            </a:r>
            <a:r>
              <a:rPr lang="en-US" sz="14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Vidyavihar</a:t>
            </a: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4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2A6C"/>
                </a:solidFill>
                <a:latin typeface="Calibri"/>
                <a:ea typeface="Calibri"/>
                <a:cs typeface="Calibri"/>
              </a:rPr>
              <a:t>Experience: </a:t>
            </a: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 years across Product &amp; Project Management / Function — list 1-2 prior areas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2A6C"/>
                </a:solidFill>
                <a:latin typeface="Calibri"/>
                <a:ea typeface="Calibri"/>
                <a:cs typeface="Calibri"/>
              </a:rPr>
              <a:t>Certifications: </a:t>
            </a: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CAPM, CSPO, CSM, Six Sigma Yellow belt</a:t>
            </a:r>
          </a:p>
        </p:txBody>
      </p:sp>
      <p:sp>
        <p:nvSpPr>
          <p:cNvPr id="28" name="Shape 25"/>
          <p:cNvSpPr/>
          <p:nvPr/>
        </p:nvSpPr>
        <p:spPr>
          <a:xfrm>
            <a:off x="4391297" y="3007795"/>
            <a:ext cx="7315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434840" y="2935224"/>
            <a:ext cx="7315200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3054096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965192" y="293522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Role &amp; Responsibilities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663440" y="3483864"/>
            <a:ext cx="6858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Lead Safeguard project specifications and document control activities  — accountable for [</a:t>
            </a:r>
            <a:r>
              <a:rPr lang="en-US" sz="14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primar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[key initiative or program] across [scope: site, division, enterprise]</a:t>
            </a:r>
            <a:endParaRPr lang="en-US" sz="14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[stakeholders] to deliver [business result]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434840" y="4727448"/>
            <a:ext cx="7315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4" name="Shape 30"/>
          <p:cNvSpPr/>
          <p:nvPr/>
        </p:nvSpPr>
        <p:spPr>
          <a:xfrm>
            <a:off x="4434840" y="4727448"/>
            <a:ext cx="7315200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846320"/>
            <a:ext cx="274320" cy="2743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965192" y="4727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of Work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4663440" y="5276088"/>
            <a:ext cx="6858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Family: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Lives in India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Hobbies &amp; Interests: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fact: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Development  •  Confidential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0820095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C8C8D28-2F67-F777-5459-7F104EB8CD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414" y="1414685"/>
            <a:ext cx="1867171" cy="186103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Career Journey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roles, milestones, and moments that shaped my path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03020" y="3657600"/>
            <a:ext cx="9585655" cy="0"/>
          </a:xfrm>
          <a:prstGeom prst="line">
            <a:avLst/>
          </a:prstGeom>
          <a:noFill/>
          <a:ln w="381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5400000">
            <a:off x="10842955" y="3538728"/>
            <a:ext cx="182880" cy="237744"/>
          </a:xfrm>
          <a:prstGeom prst="rtTriangl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4148" y="3538728"/>
            <a:ext cx="237744" cy="237744"/>
          </a:xfrm>
          <a:prstGeom prst="ellipse">
            <a:avLst/>
          </a:prstGeom>
          <a:solidFill>
            <a:srgbClr val="009CDE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03020" y="3776472"/>
            <a:ext cx="0" cy="1252728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5029200"/>
            <a:ext cx="1691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762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5029200"/>
            <a:ext cx="1691640" cy="38404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ea typeface="Calibri"/>
                <a:cs typeface="Calibri"/>
              </a:rPr>
              <a:t>2023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544982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rgbClr val="002A6C"/>
                </a:solidFill>
                <a:latin typeface="Calibri"/>
                <a:ea typeface="Calibri"/>
                <a:cs typeface="Calibri"/>
              </a:rPr>
              <a:t>Masters in Project Management</a:t>
            </a: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58704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Northeastern University </a:t>
            </a:r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01279" y="3538728"/>
            <a:ext cx="237744" cy="237744"/>
          </a:xfrm>
          <a:prstGeom prst="ellipse">
            <a:avLst/>
          </a:prstGeom>
          <a:solidFill>
            <a:srgbClr val="009CDE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20151" y="2286000"/>
            <a:ext cx="0" cy="1252728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74331" y="1051560"/>
            <a:ext cx="1691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762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74331" y="1051560"/>
            <a:ext cx="1691640" cy="38404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74331" y="1051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ea typeface="Calibri"/>
                <a:cs typeface="Calibri"/>
              </a:rPr>
              <a:t>2025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465771" y="147218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02A6C"/>
                </a:solidFill>
                <a:ea typeface="Calibri"/>
                <a:cs typeface="Calibri"/>
              </a:rPr>
              <a:t>Associate </a:t>
            </a:r>
            <a:r>
              <a:rPr lang="en-US" sz="1100" b="1" dirty="0" err="1">
                <a:solidFill>
                  <a:srgbClr val="002A6C"/>
                </a:solidFill>
                <a:ea typeface="Calibri"/>
                <a:cs typeface="Calibri"/>
              </a:rPr>
              <a:t>Proj</a:t>
            </a:r>
          </a:p>
        </p:txBody>
      </p:sp>
      <p:sp>
        <p:nvSpPr>
          <p:cNvPr id="21" name="Text 19"/>
          <p:cNvSpPr/>
          <p:nvPr/>
        </p:nvSpPr>
        <p:spPr>
          <a:xfrm>
            <a:off x="2465771" y="18928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i="1" dirty="0" err="1">
                <a:solidFill>
                  <a:srgbClr val="4A5568"/>
                </a:solidFill>
                <a:ea typeface="Calibri"/>
                <a:cs typeface="Calibri"/>
              </a:rPr>
              <a:t>Podimetrics</a:t>
            </a:r>
            <a:r>
              <a:rPr lang="en-US" sz="900" i="1" dirty="0">
                <a:solidFill>
                  <a:srgbClr val="4A5568"/>
                </a:solidFill>
                <a:ea typeface="Calibri"/>
                <a:cs typeface="Calibri"/>
              </a:rPr>
              <a:t> •  </a:t>
            </a:r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18410" y="3538728"/>
            <a:ext cx="237744" cy="237744"/>
          </a:xfrm>
          <a:prstGeom prst="ellipse">
            <a:avLst/>
          </a:prstGeom>
          <a:solidFill>
            <a:srgbClr val="009CDE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37282" y="3776472"/>
            <a:ext cx="0" cy="1252728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91462" y="5029200"/>
            <a:ext cx="1691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762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91462" y="5029200"/>
            <a:ext cx="1691640" cy="38404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91462" y="50292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[YEAR]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382902" y="544982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02A6C"/>
                </a:solidFill>
                <a:latin typeface="Calibri"/>
                <a:ea typeface="Calibri"/>
                <a:cs typeface="Calibri"/>
              </a:rPr>
              <a:t>[Key Milestone]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382902" y="58704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i="1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[Award • Cert • Project]</a:t>
            </a:r>
            <a:endParaRPr lang="en-US" sz="900"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35541" y="3538728"/>
            <a:ext cx="237744" cy="237744"/>
          </a:xfrm>
          <a:prstGeom prst="ellipse">
            <a:avLst/>
          </a:prstGeom>
          <a:solidFill>
            <a:srgbClr val="009CDE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54413" y="2286000"/>
            <a:ext cx="0" cy="1252728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08593" y="1051560"/>
            <a:ext cx="1691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762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08593" y="1051560"/>
            <a:ext cx="1691640" cy="38404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08593" y="1051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[YEAR]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0033" y="147218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 Change]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0033" y="18928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[Company / Function]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852672" y="3538728"/>
            <a:ext cx="237744" cy="237744"/>
          </a:xfrm>
          <a:prstGeom prst="ellipse">
            <a:avLst/>
          </a:prstGeom>
          <a:solidFill>
            <a:srgbClr val="009CDE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971544" y="3776472"/>
            <a:ext cx="0" cy="1252728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25724" y="5029200"/>
            <a:ext cx="1691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762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25724" y="5029200"/>
            <a:ext cx="1691640" cy="38404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125724" y="50292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17164" y="544982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2A6C"/>
                </a:solidFill>
                <a:latin typeface="Calibri"/>
                <a:ea typeface="Calibri"/>
                <a:cs typeface="Calibri"/>
              </a:rPr>
              <a:t>Joined Abbott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17164" y="58704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i="1">
                <a:solidFill>
                  <a:srgbClr val="4A5568"/>
                </a:solidFill>
                <a:ea typeface="Calibri"/>
                <a:cs typeface="Calibri"/>
              </a:rPr>
              <a:t>Abbott • GSQA</a:t>
            </a:r>
            <a:endParaRPr lang="en-US" sz="900" i="1" dirty="0">
              <a:solidFill>
                <a:srgbClr val="4A5568"/>
              </a:solidFill>
              <a:ea typeface="Calibri"/>
              <a:cs typeface="Calibri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042855" y="1051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Add or remove milestones as needed. Highlight the moments where you grew the most — not just titles, but learning experiences, awards, projects, or pivots.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Development  •  Confidential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820095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I'm Headed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short-term and long-term aspirations, and the experiences I want to gain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60669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606698" cy="86868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813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353312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Aspiration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70432" y="1691640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12-24 months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286000"/>
            <a:ext cx="305805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002A6C"/>
                </a:solidFill>
                <a:latin typeface="Calibri"/>
                <a:ea typeface="Calibri"/>
                <a:cs typeface="Calibri"/>
              </a:rPr>
              <a:t>Target Role: </a:t>
            </a:r>
            <a:r>
              <a:rPr lang="en-US" sz="11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[Role / Level]</a:t>
            </a:r>
            <a:endParaRPr lang="en-US" sz="110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 to do: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[Type of work, scope, leadership level]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you'd learn, how it builds on current strengths]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 need to build: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[1-2 specific capabilities to grow]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2498" y="1234440"/>
            <a:ext cx="360669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92498" y="1234440"/>
            <a:ext cx="3606698" cy="86868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098" y="148132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05730" y="1353312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Aspiration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05730" y="1691640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years out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66818" y="2286000"/>
            <a:ext cx="305805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[Director / VP / Functional Leader]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for my career: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kind of leader / contributor you want to be]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 want to drive: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[Customers served, problems solved, teams built]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you'll know you've gotten there]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27797" y="1234440"/>
            <a:ext cx="360669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127797" y="1234440"/>
            <a:ext cx="3606698" cy="86868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397" y="148132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41029" y="1353312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of Interest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841029" y="1691640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divisions, geographies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402117" y="2286000"/>
            <a:ext cx="305805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R&amp;D, OpEx, Quality, Commercial]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Divisions / Businesses: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Nutrition, Diabetes Care, Diagnostics, EPD]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/ Geography: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 to relocation? Domestic / international?]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Curiosities to explore: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 you'd like to learn more about]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5532120"/>
            <a:ext cx="11277295" cy="868680"/>
          </a:xfrm>
          <a:prstGeom prst="rect">
            <a:avLst/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57200" y="5532120"/>
            <a:ext cx="109728" cy="868680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777240" y="5577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I want to gain to get there: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77240" y="58978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people leadership, P&amp;L ownership, cross-functional rotation, M&amp;A integration, global assignment, customer-facing role]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Development  •  Confidential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820095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Strengths &amp; How I'll Grow Them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CliftonStrengths and the actions I'll take in 2026 to expand them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7295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09728" cy="640080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effective leaders are always investing in their strengths."   Identify them, sharpen them, and create deliberate opportunities to use them.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12378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762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123785" cy="41148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21237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#1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1940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[Strength Name]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1849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90672"/>
            <a:ext cx="1940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 use it on the team]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5577" y="2011680"/>
            <a:ext cx="212378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762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5577" y="2011680"/>
            <a:ext cx="2123785" cy="41148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5577" y="2011680"/>
            <a:ext cx="21237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#2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7017" y="2514600"/>
            <a:ext cx="1940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[Strength Name]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2737" y="2880360"/>
            <a:ext cx="1849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7017" y="3090672"/>
            <a:ext cx="1940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 use it on the team]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33955" y="2011680"/>
            <a:ext cx="212378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762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33955" y="2011680"/>
            <a:ext cx="2123785" cy="41148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33955" y="2011680"/>
            <a:ext cx="21237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#3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5395" y="2514600"/>
            <a:ext cx="1940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[Strength Name]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71115" y="2880360"/>
            <a:ext cx="1849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5395" y="3090672"/>
            <a:ext cx="1940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 use it on the team]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22332" y="2011680"/>
            <a:ext cx="212378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762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22332" y="2011680"/>
            <a:ext cx="2123785" cy="41148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22332" y="2011680"/>
            <a:ext cx="21237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#4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13772" y="2514600"/>
            <a:ext cx="1940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[Strength Name]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59492" y="2880360"/>
            <a:ext cx="1849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13772" y="3090672"/>
            <a:ext cx="1940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 use it on the team]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610710" y="2011680"/>
            <a:ext cx="212378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762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10710" y="2011680"/>
            <a:ext cx="2123785" cy="41148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10710" y="2011680"/>
            <a:ext cx="21237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#5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702150" y="2514600"/>
            <a:ext cx="1940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[Strength Name]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747870" y="2880360"/>
            <a:ext cx="1849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702150" y="3090672"/>
            <a:ext cx="1940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 use it on the team]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611880"/>
            <a:ext cx="11277295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7200" y="3611880"/>
            <a:ext cx="11277295" cy="457200"/>
          </a:xfrm>
          <a:prstGeom prst="rect">
            <a:avLst/>
          </a:prstGeom>
          <a:solidFill>
            <a:srgbClr val="002A6C"/>
          </a:solidFill>
          <a:ln w="12700">
            <a:solidFill>
              <a:srgbClr val="002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85032"/>
            <a:ext cx="310896" cy="310896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051560" y="3611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Development Plan — Activities to Advance or Expand My Top Strengths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85800" y="4315968"/>
            <a:ext cx="411480" cy="411480"/>
          </a:xfrm>
          <a:prstGeom prst="ellipse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85800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280160" y="425196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Lead a cross-functional improvement project this quarter]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it builds: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strength + how it stretches you]   |   </a:t>
            </a: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when: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 / Quarter]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280160" y="4892040"/>
            <a:ext cx="10362895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685800" y="5001768"/>
            <a:ext cx="411480" cy="411480"/>
          </a:xfrm>
          <a:prstGeom prst="ellipse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85800" y="5001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280160" y="493776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Take an executive education or certification course]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it builds: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strength + how it stretches you]   |   </a:t>
            </a: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when: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 / Quarter]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1280160" y="5577840"/>
            <a:ext cx="10362895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685800" y="5687568"/>
            <a:ext cx="411480" cy="411480"/>
          </a:xfrm>
          <a:prstGeom prst="ellipse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85800" y="5687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280160" y="562356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Mentor a peer or stretch outside your current function]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it builds: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strength + how it stretches you]   |   </a:t>
            </a: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when: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 / Quarter]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Development  •  Confidential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0820095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Support System &amp; Learning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Mentors, sponsors, certifications, and learning that will fuel my growth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5472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547208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075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1887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173736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 learn from regularly — formal or informal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057400"/>
            <a:ext cx="5181448" cy="347472"/>
          </a:xfrm>
          <a:prstGeom prst="rect">
            <a:avLst/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057400"/>
            <a:ext cx="14751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389583" y="2057400"/>
            <a:ext cx="2200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73049" y="2057400"/>
            <a:ext cx="957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2404872"/>
            <a:ext cx="14751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Chris Jones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389583" y="2404872"/>
            <a:ext cx="2200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Leadership presence]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73049" y="2404872"/>
            <a:ext cx="957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Monthly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0080" y="2752344"/>
            <a:ext cx="5181448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" y="2752344"/>
            <a:ext cx="14751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[Mentor 2]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89583" y="2752344"/>
            <a:ext cx="2200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Technical depth]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73049" y="2752344"/>
            <a:ext cx="957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[Quarterly]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1520" y="3099816"/>
            <a:ext cx="14751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[Mentor 3]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389583" y="3099816"/>
            <a:ext cx="2200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Career navigation]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73049" y="3099816"/>
            <a:ext cx="957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 needed]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0080" y="3447288"/>
            <a:ext cx="5181448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31520" y="3447288"/>
            <a:ext cx="14751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[Mentor 4]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389583" y="3447288"/>
            <a:ext cx="2200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[Wish-list mentor — pursue]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73049" y="3447288"/>
            <a:ext cx="957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187288" y="1188720"/>
            <a:ext cx="55472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187288" y="1188720"/>
            <a:ext cx="5547208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880" y="1307592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717640" y="11887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&amp; Advocates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370168" y="173736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who advocate for me when I'm not in the room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370168" y="2057400"/>
            <a:ext cx="5181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sponsors: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— Role / Why they sponsor me]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— Role / Why they sponsor me]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I want to build a relationship with: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/ Role + how I will create exposure]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/ Role + how I will create exposure]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7200" y="3959352"/>
            <a:ext cx="554720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457200" y="3959352"/>
            <a:ext cx="5547208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078224"/>
            <a:ext cx="274320" cy="2743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87552" y="3959352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Credentials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640080" y="4553712"/>
            <a:ext cx="51814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today:  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CAPM, CSPO, CSM,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Six Sigma Yellow Belt</a:t>
            </a:r>
            <a:endParaRPr lang="en-US" sz="110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Pursuing in 2026:  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PMP 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[Cert / Credential — Target completion]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radar:  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[Future credentials to consider]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187288" y="3959352"/>
            <a:ext cx="554720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6187288" y="3959352"/>
            <a:ext cx="5547208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880" y="4078224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717640" y="3959352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Reading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6370168" y="4553712"/>
            <a:ext cx="51814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/ Programs:  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[Abbott internal program — name + status]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[External course / executive education]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/ Podcasts I'm working through: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— Author / Host]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— Author / Host]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Development  •  Confidential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10820095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1050</Words>
  <Application>Microsoft Office PowerPoint</Application>
  <PresentationFormat>Widescreen</PresentationFormat>
  <Paragraphs>180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Development Template</dc:title>
  <dc:subject>PptxGenJS Presentation</dc:subject>
  <dc:creator>Abbott</dc:creator>
  <cp:lastModifiedBy>Dhamdhere, Ishwari</cp:lastModifiedBy>
  <cp:revision>192</cp:revision>
  <dcterms:created xsi:type="dcterms:W3CDTF">2026-04-15T13:19:53Z</dcterms:created>
  <dcterms:modified xsi:type="dcterms:W3CDTF">2026-08-08T16:46:13Z</dcterms:modified>
</cp:coreProperties>
</file>